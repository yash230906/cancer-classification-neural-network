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jFZAnUfDR8Lt/icvhJeULbF/7F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D5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731520" y="1280160"/>
            <a:ext cx="10972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CANCER CLASSIFICATION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78C8FF"/>
                </a:solidFill>
                <a:latin typeface="Calibri"/>
                <a:ea typeface="Calibri"/>
                <a:cs typeface="Calibri"/>
                <a:sym typeface="Calibri"/>
              </a:rPr>
              <a:t>AND PREDICTION USING NEURAL NETWORKS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77240" y="3931920"/>
            <a:ext cx="10058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Project 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Student: YASH RANA   Course: ARTIFICIAL INTELLIGENCE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D5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Goal: classify samples as benign or malignant using measured cell features.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Dataset: Breast Cancer Wisconsin Diagnostic dataset.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Approach: data preparation → neural-network training → test-set evaluation.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Reported test accuracy from completed Colab run: 96.49%.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45720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469C8"/>
                </a:solidFill>
                <a:latin typeface="Calibri"/>
                <a:ea typeface="Calibri"/>
                <a:cs typeface="Calibri"/>
                <a:sym typeface="Calibri"/>
              </a:rPr>
              <a:t>Cancer Classification Using Neural Networks  | 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D5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 &amp; Objectives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Build a supervised binary classifier for the dataset target label.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Inspect data and understand the target classes.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Preprocess and scale numerical features.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Train a feed-forward neural network.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Evaluate performance and explain limitations responsibly.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45720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469C8"/>
                </a:solidFill>
                <a:latin typeface="Calibri"/>
                <a:ea typeface="Calibri"/>
                <a:cs typeface="Calibri"/>
                <a:sym typeface="Calibri"/>
              </a:rPr>
              <a:t>Cancer Classification Using Neural Networks  | 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D5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Description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Public dataset available through scikit-learn.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Common version: 569 samples and 30 numeric features.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Features include radius, texture, perimeter, area, smoothness, compactness, concavity and symmetry measurements.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Target labels: malignant and benign.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This dataset does not represent every clinical population.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45720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469C8"/>
                </a:solidFill>
                <a:latin typeface="Calibri"/>
                <a:ea typeface="Calibri"/>
                <a:cs typeface="Calibri"/>
                <a:sym typeface="Calibri"/>
              </a:rPr>
              <a:t>Cancer Classification Using Neural Networks  | 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D5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Tools &amp; Technologies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Python — programming language.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Google Colab / Jupyter Notebook — execution environment.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NumPy and Pandas — data handling.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Matplotlib and Seaborn — visualisation.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Scikit-learn — dataset, preprocessing and evaluation.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TensorFlow / Keras — neural-network model.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45720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469C8"/>
                </a:solidFill>
                <a:latin typeface="Calibri"/>
                <a:ea typeface="Calibri"/>
                <a:cs typeface="Calibri"/>
                <a:sym typeface="Calibri"/>
              </a:rPr>
              <a:t>Cancer Classification Using Neural Networks  | 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D5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Workflow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1. Load libraries and dataset.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2. Inspect features and target labels.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3. Split into training and test sets.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4. Apply preprocessing and feature scaling.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5. Build and train the neural network.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6. Predict test labels and calculate metrics.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7. Review confusion matrix and learning curves.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 txBox="1"/>
          <p:nvPr/>
        </p:nvSpPr>
        <p:spPr>
          <a:xfrm>
            <a:off x="45720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469C8"/>
                </a:solidFill>
                <a:latin typeface="Calibri"/>
                <a:ea typeface="Calibri"/>
                <a:cs typeface="Calibri"/>
                <a:sym typeface="Calibri"/>
              </a:rPr>
              <a:t>Cancer Classification Using Neural Networks  | 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D5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Neural Network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731520" y="1268107"/>
            <a:ext cx="10789800" cy="24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Input: numerical feature vector for each sample.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Hidden dense layers learn combinations of input features.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Dropout, if included in the model, can reduce over-reliance on individual units.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Output layer produces a score for binary classification.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Parameters are learned from training examples.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7"/>
          <p:cNvSpPr txBox="1"/>
          <p:nvPr/>
        </p:nvSpPr>
        <p:spPr>
          <a:xfrm>
            <a:off x="45720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469C8"/>
                </a:solidFill>
                <a:latin typeface="Calibri"/>
                <a:ea typeface="Calibri"/>
                <a:cs typeface="Calibri"/>
                <a:sym typeface="Calibri"/>
              </a:rPr>
              <a:t>Cancer Classification Using Neural Networks  | 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7" title="Screenshot 2026-10-17 2346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921950"/>
            <a:ext cx="4676450" cy="250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7" title="Screenshot 2026-10-17 2351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8850" y="3847196"/>
            <a:ext cx="6591300" cy="250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D5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 &amp; Evaluation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Training data is used to fit model parameters.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Training/validation curves help monitor learning.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Test data estimates performance on held-out examples.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Accuracy = correctly classified test samples ÷ all test samples.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Precision, recall, F1-score and confusion matrix provide complementary information.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45720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469C8"/>
                </a:solidFill>
                <a:latin typeface="Calibri"/>
                <a:ea typeface="Calibri"/>
                <a:cs typeface="Calibri"/>
                <a:sym typeface="Calibri"/>
              </a:rPr>
              <a:t>Cancer Classification Using Neural Networks  | 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D5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Result: Test Accuracy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Observed test accuracy: 96.49%.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Approximately 96.49% of test examples were classified correctly in this run.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Accuracy alone does not describe the types of errors.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Use actual notebook output for precision, recall, F1-score and confusion-matrix counts.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 txBox="1"/>
          <p:nvPr/>
        </p:nvSpPr>
        <p:spPr>
          <a:xfrm>
            <a:off x="45720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469C8"/>
                </a:solidFill>
                <a:latin typeface="Calibri"/>
                <a:ea typeface="Calibri"/>
                <a:cs typeface="Calibri"/>
                <a:sym typeface="Calibri"/>
              </a:rPr>
              <a:t>Cancer Classification Using Neural Networks  | 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8046720" y="4206240"/>
            <a:ext cx="2926080" cy="1143000"/>
          </a:xfrm>
          <a:prstGeom prst="roundRect">
            <a:avLst>
              <a:gd fmla="val 16667" name="adj"/>
            </a:avLst>
          </a:prstGeom>
          <a:solidFill>
            <a:srgbClr val="EBF4FF"/>
          </a:solidFill>
          <a:ln cap="flat" cmpd="sng" w="9525">
            <a:solidFill>
              <a:srgbClr val="1469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469C8"/>
                </a:solidFill>
                <a:latin typeface="Calibri"/>
                <a:ea typeface="Calibri"/>
                <a:cs typeface="Calibri"/>
                <a:sym typeface="Calibri"/>
              </a:rPr>
              <a:t>96.49%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D5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Understanding the Metrics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0"/>
          <p:cNvSpPr txBox="1"/>
          <p:nvPr/>
        </p:nvSpPr>
        <p:spPr>
          <a:xfrm>
            <a:off x="731520" y="1292213"/>
            <a:ext cx="10789800" cy="24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Accuracy: overall proportion of correct predictions.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Precision: how often positive predictions are correct.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Recall: how many actual positive cases are identified.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F1-score: balance between precision and recall.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Confusion matrix: correct and incorrect predictions by class.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0"/>
          <p:cNvSpPr txBox="1"/>
          <p:nvPr/>
        </p:nvSpPr>
        <p:spPr>
          <a:xfrm>
            <a:off x="45720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469C8"/>
                </a:solidFill>
                <a:latin typeface="Calibri"/>
                <a:ea typeface="Calibri"/>
                <a:cs typeface="Calibri"/>
                <a:sym typeface="Calibri"/>
              </a:rPr>
              <a:t>Cancer Classification Using Neural Networks  | 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10" title="Screenshot 2026-10-17 2356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871313"/>
            <a:ext cx="3043993" cy="2486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D5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Screenshots for Project 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1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Dataset preview and class distribution.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Neural-network model summary.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Training output and final evaluation metrics.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Confusion matrix.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Training/validation accuracy and loss curves.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Use screenshots from your own Colab run; illustrative examples are not real outputs.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1"/>
          <p:cNvSpPr txBox="1"/>
          <p:nvPr/>
        </p:nvSpPr>
        <p:spPr>
          <a:xfrm>
            <a:off x="45720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469C8"/>
                </a:solidFill>
                <a:latin typeface="Calibri"/>
                <a:ea typeface="Calibri"/>
                <a:cs typeface="Calibri"/>
                <a:sym typeface="Calibri"/>
              </a:rPr>
              <a:t>Cancer Classification Using Neural Networks  | 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11" title="Screenshot 2026-10-17 2356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4225" y="1511425"/>
            <a:ext cx="3751174" cy="153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1"/>
          <p:cNvSpPr txBox="1"/>
          <p:nvPr/>
        </p:nvSpPr>
        <p:spPr>
          <a:xfrm>
            <a:off x="6293925" y="1198050"/>
            <a:ext cx="5927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D5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 &amp; Responsible Use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2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This is an educational demonstration, not a clinical diagnostic system.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Dataset size and composition limit generalisation.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A single train/test split can produce variable results.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False negatives and false positives have different consequences.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Clinical use requires rigorous independent validation, expert oversight and regulatory review.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2"/>
          <p:cNvSpPr txBox="1"/>
          <p:nvPr/>
        </p:nvSpPr>
        <p:spPr>
          <a:xfrm>
            <a:off x="45720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469C8"/>
                </a:solidFill>
                <a:latin typeface="Calibri"/>
                <a:ea typeface="Calibri"/>
                <a:cs typeface="Calibri"/>
                <a:sym typeface="Calibri"/>
              </a:rPr>
              <a:t>Cancer Classification Using Neural Networks  |  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12" title="Screenshot 2026-10-17 2357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2150" y="914400"/>
            <a:ext cx="2977051" cy="229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D5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Improvements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3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Use stratified cross-validation and report variability.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Compare against logistic regression, SVM and tree-based models.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Report sensitivity, specificity, ROC-AUC and calibration.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Perform error analysis and test on independent data.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Improve reproducibility through fixed seeds and versioned dependencies.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3"/>
          <p:cNvSpPr txBox="1"/>
          <p:nvPr/>
        </p:nvSpPr>
        <p:spPr>
          <a:xfrm>
            <a:off x="45720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469C8"/>
                </a:solidFill>
                <a:latin typeface="Calibri"/>
                <a:ea typeface="Calibri"/>
                <a:cs typeface="Calibri"/>
                <a:sym typeface="Calibri"/>
              </a:rPr>
              <a:t>Cancer Classification Using Neural Networks  |  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D5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4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The project demonstrates an end-to-end neural-network classification workflow.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The completed run achieved 96.49% test accuracy.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Preprocessing, training and evaluation are all essential.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•  The result must be interpreted carefully; this model must not be used for medical decisions.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4"/>
          <p:cNvSpPr txBox="1"/>
          <p:nvPr/>
        </p:nvSpPr>
        <p:spPr>
          <a:xfrm>
            <a:off x="457200" y="6510528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469C8"/>
                </a:solidFill>
                <a:latin typeface="Calibri"/>
                <a:ea typeface="Calibri"/>
                <a:cs typeface="Calibri"/>
                <a:sym typeface="Calibri"/>
              </a:rPr>
              <a:t>Cancer Classification Using Neural Networks  |  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